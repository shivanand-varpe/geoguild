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8404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EVENT RADAR  •  SLIDE 01 OF 5  •  VECNAVERSE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Problem Statement and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India's urban centers house millions of tech builders, yet grassroots event discovery remains broken and fragmented.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291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84832"/>
            <a:ext cx="54864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1. Fragmented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85%+ of tech meetups, hackathons, and cultural jams live in closed WhatsApp groups or disappearing Instagram stories.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Zero unified directory for spontaneous, neighborhood gatherings.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High opportunity cost: Builders miss key networking happening 2 km away.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Zero discoverability for first-time or indie community organizers.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291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2084832"/>
            <a:ext cx="548640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21284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2. The 'Hyperlocal' 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24912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Existing platforms (Meetup, BookMyShow) are strictly city-wide or commercial.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In mega-cities like Mumbai or Bangalore, a 'city-wide' event could be 35 km away in 2-hour traffic.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No platform answers: 'What tech or social events are within 5-10 km of me right now?'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Zero live GPS proximity filtering calibrated for Indian urban commutes.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2084832"/>
            <a:ext cx="54864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21284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3. High Organizer Friction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24912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Legacy platforms require complex coordinate lookups, approval queues, or steep subscription fees ($35+/mo).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Paid mapping APIs (Google Maps JS / Mapbox) create unsustainable hosting costs for free events.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Our Understanding: A solution must combine instant GPS radius search with zero-friction event creation via plain Google Maps links.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8404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EVENT RADAR  •  SLIDE 02 OF 5  •  VECNAVERSE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Technical Approach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Production-grade Next.js 14 App Router paired with Supabase PostGIS spatial calculation engine.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5146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84832"/>
            <a:ext cx="54864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Frontend &amp; HIG 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2148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Next.js 14 App Router + TypeScript + Tailwind CSS v4.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Apple Human Interface Guidelines (HIG): Clean porcelain light theme, glassmorphic accents, spring physics.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WCAG AAA compliant contrast with optical hierarchy.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Client-side Haversine formula + Browser Geolocation for instant radius filtering.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920240"/>
            <a:ext cx="25146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2084832"/>
            <a:ext cx="548640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21284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PostGIS Spatial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724912"/>
            <a:ext cx="2148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Supabase PostgreSQL equipped with the PostGIS spatial engine.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RPC function 'get_nearby_events' utilizing ST_DWithin &amp; ST_Distance spherical math.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GiST spatial indexes on geography(Point, 4326) for sub-50ms query latency at scale.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Native city coordinate centroids for 5 major Indian metros.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20240"/>
            <a:ext cx="25146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084832"/>
            <a:ext cx="548640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21284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Maps Link Parser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24912"/>
            <a:ext cx="2148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Proprietary regex parser in lib/maps.ts.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Organizers paste ANY Google Maps link (place, venue pin, directions, or coordinates).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Extracts lat/lng without paid Geocoding APIs, saving 100% of mapping API costs.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Generates direct turn-by-turn navigation URLs (maps.google.com?q=lat,lng).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920240"/>
            <a:ext cx="25146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0" y="2084832"/>
            <a:ext cx="54864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21284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Auth &amp; Real Payments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724912"/>
            <a:ext cx="2148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Supabase Auth with Email OTP, Password, and OAuth.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Row-Level Security (RLS) protecting RSVPs, events, and community walls.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Integrated Apple-styled checkout supporting UPI, Cards, and Netbanking.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Real-time QR Digital Ticket generation and iCal / Google Calendar export.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8404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EVENT RADAR  •  SLIDE 03 OF 5  •  VECNAVERSE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Feasibility &amp; Commercial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Zero-cost operational overhead combined with sustainable, community-first monetization.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291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84832"/>
            <a:ext cx="548640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Zero-Cost Operational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100% Free-Tier Architecture: Hosted on Supabase (PostgreSQL + PostGIS) &amp; Vercel Edge Serverless.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Zero Map API Burn: Using external Google Maps redirection instead of paid embedded tiles saves $200-$1000/month.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Lightweight client bundle with Turbopack, SSR caching, and zero heavy dependencies.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Instant deployment readiness with automated CI/CD on Vercel.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291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2084832"/>
            <a:ext cx="54864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21284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Technical Scalability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24912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PostGIS GiST indexing handles 500,000+ localized coordinate pins with O(log N) bounding box lookup.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Stateless Next.js edge handlers handle traffic spikes during major viral community events.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Connection pooling via Supabase Supavisor prevents database saturation.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Tested &amp; verified: 18/18 routes build cleanly, 0 lint warnings, sub-second TTFB.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2084832"/>
            <a:ext cx="54864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21284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Multi-Stream Monetization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24912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1. 'Radar Boost' (Featured Pins): Promoted visibility for hackathons, conferences, and startup launches.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2. Ticketing Convenience Fee: Transparent 2-3% processing fee on paid workshops and concerts via UPI.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3. Venue Sponsorships: Co-working spaces and cafe hubs sponsor neighborhood radars to drive footfall.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8404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EVENT RADAR  •  SLIDE 04 OF 5  •  VECNAVERSE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Impact &amp; Benefit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Transforming urban socialization and hyper-charging India's grassroots tech ecosystem.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291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84832"/>
            <a:ext cx="548640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For Attendees &amp; Builders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Eliminates Urban FOMO: Instantly see what meetups, jams, or hackathons are happening within 5km.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Saved Commute Time: Stops users from traveling across congested metros for low-relevance events.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Frictionless Attendance: 1-click RSVP with real-time attendee tracking and automatic Google/iCal calendar sync.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Community Discussion Wall: Ask organizers questions directly on the event page before arriving.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291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2084832"/>
            <a:ext cx="548640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21284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For Grassroots Organizers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24912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Sub-60s Event Setup: Paste a Google Maps link and title; no coordinate lookups or forms.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100% Free Hosting: No monthly SaaS subscription like Meetup.com ($35/mo).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Dedicated Organizer Hub: Real-time attendee roster, RSVP count, event edit/cancel controls at /profile/my-events.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Built-in UPI Ticketing: Seamless paid event ticketing with instant QR code admission passes.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2084832"/>
            <a:ext cx="54864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21284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Societal &amp; Economic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24912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Revitalizing Local Spaces: Drives traffic to indie cafes, makerspaces, and community centers.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Fostering Tech Collaborations: Direct serendipity for founders, designers, and engineers.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True Digital Inclusivity: Accessible HIG design, full keyboard navigation, and lightweight data consumption on mobile 4G/5G networks.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8404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EVENT RADAR  •  SLIDE 05 OF 5  •  VECNAVERSE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Comparison with Existing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Why Event Radar outperforms legacy solutions on every critical hyperlocal dimension.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2103120"/>
                <a:gridCol w="2103120"/>
                <a:gridCol w="2103120"/>
              </a:tblGrid>
              <a:tr h="470262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Event Radar (Ours)</a:t>
                      </a:r>
                    </a:p>
                  </a:txBody>
                  <a:tcPr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Meetup.com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BookMyShow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Eventbrite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Hyperlocal Radius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Yes (5-50km GPS/PostGIS)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City-wide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City-wide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Coarse radius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Organizer Cost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100% Free Tier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$30 - $40 / month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Approval / High fee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Listing fees on tickets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Creation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&lt; 60s (Paste Maps link)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Multi-step complex 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Manual partner approval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Multi-page wizard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Navigation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Zero-Cost Maps redirect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Static unclickable map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Embedded map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Generic address text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India Payments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Native UPI / QR / Cards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Stripe / PayPal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UPI / Cards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Stripe / International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User Experience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Apple HIG Clean Light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Dated Web 2.0 UI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Heavy commercial ads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Generic corporate UI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440680"/>
            <a:ext cx="10698480" cy="10058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OUR KILLER UNIQUE FEATURE: Zero-Cost 'Maps Link to Proximity Radar' Pipeline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Organizers post an event in under 60 seconds by simply pasting a Google Maps link. Our backend spatial engine parses exact coordinates, indexes them via PostGIS, and serves live GPS proximity filtering to nearby attendees without paying a single cent for Google Maps or Mapbox API keys.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